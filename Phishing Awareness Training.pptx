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 b="1"/>
              <a:t>Phishing Awareness Training</a:t>
            </a:r>
            <a:endParaRPr lang="en-US" alt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745" y="2700655"/>
            <a:ext cx="10949305" cy="1811020"/>
          </a:xfrm>
        </p:spPr>
        <p:txBody>
          <a:bodyPr/>
          <a:p>
            <a:r>
              <a:rPr lang="en-US" altLang="en-US" sz="2800" b="1"/>
              <a:t>Submitted To: CodeAlpha</a:t>
            </a:r>
            <a:endParaRPr lang="en-US" altLang="en-US" sz="2800" b="1"/>
          </a:p>
          <a:p>
            <a:r>
              <a:rPr lang="en-US" altLang="en-US" sz="2800" b="1"/>
              <a:t>Submitted By: Alishaba Rafique</a:t>
            </a:r>
            <a:endParaRPr lang="en-US" altLang="en-US" sz="2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300480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is Phishing?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/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Phishing is a cyber-attack technique where attackers deceive individuals into revealing confidential information.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Usually done through fake emails, messages, or websites.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Aim: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Steal credentials, financial details, or system access.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144905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How Phishing Works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8930"/>
            <a:ext cx="10972800" cy="4528820"/>
          </a:xfrm>
        </p:spPr>
        <p:txBody>
          <a:bodyPr/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Attacker sends a fake email or message.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Victim clicks the malicious link.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Fake login page or form appears.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Victim’s details are captured by the attacker.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23595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Common Types of Phishing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25195"/>
            <a:ext cx="10972800" cy="5803265"/>
          </a:xfrm>
        </p:spPr>
        <p:txBody>
          <a:bodyPr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Email Phishing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Fake emails posing as legitimate sources.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Spear Phishing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Targeted attacks on specific individuals.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Smishing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Phishing via SMS messages.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Vishing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Voice call scams pretending to be customer support.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71905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How to Identify Phishing Emails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46250"/>
            <a:ext cx="10972800" cy="4381500"/>
          </a:xfrm>
        </p:spPr>
        <p:txBody>
          <a:bodyPr/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Check the sender’s email address.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Look for grammar or spelling errors.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Hover over links before clicking.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Avoid downloading unknown attachments.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71880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Preventions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50010"/>
            <a:ext cx="10972800" cy="4777740"/>
          </a:xfrm>
        </p:spPr>
        <p:txBody>
          <a:bodyPr/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Use strong and unique passwords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Enable multi-factor authentication (2FA).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Keep software &amp; antivirus updated.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Don’t click suspicious links.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Report suspicious emails immediately.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80770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Real-World Phishing Example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2020 Twitter Bitcoin Scam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Attackers used spear-phishing to access high-profile accounts (Elon Musk, Obama, etc.) and posted cryptocurrency scam tweets.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Result: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Thousands of dollars lost within minutes.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3615"/>
          </a:xfrm>
        </p:spPr>
        <p:txBody>
          <a:bodyPr/>
          <a:p>
            <a:pPr algn="ctr"/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Phishing Awareness Quiz (Example)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5750"/>
            <a:ext cx="10972800" cy="4572000"/>
          </a:xfrm>
        </p:spPr>
        <p:txBody>
          <a:bodyPr/>
          <a:p>
            <a:pPr marL="0" indent="0" algn="ctr"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Question: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You receive an email from your bank asking to verify your account by clicking a link. What should you do?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Answer: 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Do not click the link. Report it to the bank’s official support.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12850"/>
          </a:xfrm>
        </p:spPr>
        <p:txBody>
          <a:bodyPr/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Best Practices for Organizations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77620"/>
            <a:ext cx="10972800" cy="4850130"/>
          </a:xfrm>
        </p:spPr>
        <p:txBody>
          <a:bodyPr/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Conduct employee phishing simulations.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Provide regular cybersecurity training.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Implement strong email filters.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Develop an incident response plan.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1709</Words>
  <Application>WPS Presentation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Black</vt:lpstr>
      <vt:lpstr>Bahnschrift Condensed</vt:lpstr>
      <vt:lpstr>Tahoma</vt:lpstr>
      <vt:lpstr>Times New Roman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DELL</cp:lastModifiedBy>
  <cp:revision>3</cp:revision>
  <dcterms:created xsi:type="dcterms:W3CDTF">2025-07-23T00:59:00Z</dcterms:created>
  <dcterms:modified xsi:type="dcterms:W3CDTF">2025-11-04T12:56:48Z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786A6DA6754C48B486760A8686E2FD21_11</vt:lpwstr>
  </property>
  <property fmtid="{D5CDD505-2E9C-101B-9397-08002B2CF9AE}" pid="3" name="KSOProductBuildVer">
    <vt:lpwstr>1033-12.2.0.23155</vt:lpwstr>
  </property>
</Properties>
</file>